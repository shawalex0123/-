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家长好，这是我们五家一起湘西南亲子自驾的完整攻略PPT。四天三晚，从长沙出发，途经崀山丹霞、通道皇都侗寨、万佛山和玉带河，最后返回长沙。这份PPT汇总了全部路线、每日行程、门票预约、住宿餐饮、天气装备和预算信息，出发前请大家务必通读一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四天的整体路线。D1从长沙出发，中午在邵阳集合吃午饭，下午到崀山住下。D2上午玩崀山辣椒峰，下午转场通道，晚上去皇都侗寨吃合拢宴。D3全天在通道，上午万佛山，下午玉带河散步，中午回酒店午休。D4返程回长沙。所有车程都是平日常态估算，国庆一定要多预留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天是赶路日，不安排景点。早上七点半从长沙出发，大约三个小时到邵阳，中午大家在邵阳集合吃午饭。饭后下午一点半出发去新宁崀山，大约两个半小时到。到了酒店让孩子活动活动、换衣服缓冲一下，晚上在新宁吃个晚饭，第一天就结束了，重点是让大家休息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天上午玩崀山辣椒峰，只走一个片区，不跨区不走陡险路，亲子友好。中午吃完饭退房，下午开车去通道，大约三到四个小时。到了酒店先让孩子休息。傍晚去皇都侗寨吃合拢宴，看看鼓楼和风雨桥。注意司机晚上不能喝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天是精华日。上午去万佛山坐索道看丹霞地貌，注意索道上去之后还是要走路的，不是零徒步，小孩子用背带不要推推车。中午回酒店午休，这是亲子团的节奏。下午四点去玉带河湿地公园散步，只走开放有人管理的步道。特别提醒：如果遇到雷电大风大雨，立刻取消索道和水上项目，安全第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天是返程日，不安排任何景点。早上六点半起来吃早饭退房，检查车况、胎压、儿童座椅和证件，七点准时出发。国庆返程可能要五到七个小时，中间在服务区休息两次，中午在服务区吃个午饭，孩子在车上睡一觉。预计下午两三点到长沙，遇到堵车就分批到家，不要急不要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门票预约清单。崀山成人136元，14岁以下和65岁以上免票，票三天有效。万佛山门票约100元，索道另算。皇都侗寨交通车8元，14岁以下免票。注意9月30号之前一定要打电话确认各景区开放情况、索道运行和预约要求，特别是玉带河的游船班次还没核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住宿分两晚。D1住新宁崀山，推荐崀山国际大酒店设施最好，预算有限选县城的华天或维也纳。D2和D3连住通道县城两晚，推荐廷泊酒店，电话0745-8620999。所有酒店一律订可免费取消的房型，下单前一定要看最近几个月的差评，重点看卫生、隔音和停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餐饮指南。各地的特色菜列在左边，中间是给孩子点的不辣菜，右边是避坑提示。邵阳吃宝庆米粉，新宁尝血酱鸭，通道吃茶油土鸡和柴火豆腐，皇都体验合拢宴。重点：每个地方都给孩子准备不辣的清淡菜，司机在皇都不要喝米酒，合拢宴套餐先问清楚总价和儿童收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天气方面，国庆期间湘西南大约18到29度，可能有小雨或阵雨。穿衣建议速干衣加防水外套，山顶加薄抓绒，穿防滑运动鞋，带分体雨衣。装备分三个包：车内随手包放零食湿巾呕吐袋，景区随身包放证件雨具防晒和幼童背带，车辆检查好儿童座椅胎压和离线地图。常用药带好，新药不要在旅途中第一次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非常重要，是安全红线。第一，水边必须一个大人盯一个孩子，坐船必须有儿童合身的救生衣，没有就不上船。第二，遇到雷电大风大雨，立刻取消索道和水上项目。第三，万佛山和崀山不要推婴儿车，用背带。第四，司机不喝酒，儿童座椅全程系好。任何一条触发，立刻改计划，不要为了打卡冒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每车的预算参考，按两个大人一个孩子算。节省型大约三千二到四千五，舒适型四千五到六千七。大头是住宿、餐饮和门票。特别提醒，国庆期间酒店价格浮动很大，还有临时改餐、停车接驳和天气退改这些容易被低估的支出，建议每车预留一定的应急预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是出发前的准备清单。左边是关键电话，存到手机里。右边是倒计时：9月底之前把酒店订好，29号检查证件和车辆，30号打电话确认景区开放，晚上下载离线地图加满油。每天早上七点查一次天气和路况。祝大家一路平安，玩得开心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13.xml" Type="http://schemas.openxmlformats.org/officeDocument/2006/relationships/notesSlid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1E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54" r="54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31912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381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WEST HUNAN · FAMILY ROAD TRIP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382000" y="381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· OCT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22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湘西南亲子自驾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036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FFFFFF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五家同行 · 四天三晚完整攻略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34376" flipH="false" flipV="false">
            <a:off x="5461032" y="4248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9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45085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10.01 — 10.04　|　长沙出发 · 崀山 · 皇都侗寨 · 万佛山 · 玉带河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6223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4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5 车组队 · 亲子友好 · 国庆特别版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湘西南亲子自驾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382000" y="381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ITINERARY · 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16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行程总览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A372A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长沙出发 · 5 车同行 · 国庆 4 天 3 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495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A358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长沙 → 邵阳（午饭） → 崀山/新宁 → 通道（住 2 晚） → 长沙</a:t>
            </a:r>
            <a:endParaRPr lang="en-US" sz="1100"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62000" y="3111500"/>
          <a:ext cx="10668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064000"/>
                <a:gridCol w="3556000"/>
                <a:gridCol w="1651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车程（常态）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住宿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D1 · 10/1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长沙 → 邵阳午饭 → 崀山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长沙→邵阳 270km/3h；邵阳→新宁 140km/2h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新宁/崀山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D2 · 10/2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崀山辣椒峰 → 通道 → 皇都晚餐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崀山→通道 194km/2h41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通道县城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D3 · 10/3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万佛山 + 玉带河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通道↔万佛山 单程 28km/47min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通道县城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D4 · 10/4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 → 长沙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通道→长沙 348–393km/4h30+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762000" y="59055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3583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注意：国庆为全省峰值日，车程请在常态基础上额外预留 30%–60% 拥堵时间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2839" r="22839" t="0" b="0"/>
          <a:stretch>
            <a:fillRect/>
          </a:stretch>
        </p:blipFill>
        <p:spPr>
          <a:xfrm rot="0" flipH="false" flipV="false">
            <a:off x="6604000" y="0"/>
            <a:ext cx="5588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04000" y="0"/>
            <a:ext cx="5588000" cy="6858000"/>
          </a:xfrm>
          <a:prstGeom prst="roundRect">
            <a:avLst>
              <a:gd name="adj" fmla="val 0"/>
            </a:avLst>
          </a:prstGeom>
          <a:solidFill>
            <a:srgbClr val="4A372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8185" flipH="false" flipV="false">
            <a:off x="762008" y="6540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381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DAY 01 · 10.01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3810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PAGE 03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016000"/>
            <a:ext cx="558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长沙 → 邵阳 → 崀山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6256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3583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今天不赶早，重点是人聚齐、吃顿踏实午饭、晚上住舒服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2225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07:30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95500" y="2222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长沙出发，5 车各自导航到邵阳，群里报出发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185" flipH="false" flipV="false">
            <a:off x="762008" y="26352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27686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11:00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95500" y="2768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邵阳市区午饭，唯一集合点，吃好再走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8185" flipH="false" flipV="false">
            <a:off x="762008" y="31813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" y="33147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13:30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95500" y="33147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出发去崀山，中途留一次卫生间/补水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185" flipH="false" flipV="false">
            <a:off x="762008" y="37274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62000" y="38608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15:30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095500" y="38608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到新宁/崀山入住，孩子下车活动、换衣缓冲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185" flipH="false" flipV="false">
            <a:off x="762008" y="42735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44069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17:30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095500" y="44069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新宁晚餐，首晚不追景点，儿童早洗澡早睡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080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A358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" y="5207000"/>
            <a:ext cx="495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643C1E"/>
                </a:solidFill>
                <a:latin typeface="Noto Sans SC"/>
                <a:ea typeface="Noto Sans SC"/>
                <a:cs typeface="Noto Sans SC"/>
                <a:sym typeface="Noto Sans SC"/>
              </a:rPr>
              <a:t>邵阳午饭只是集合吃饭，不排观光。成人可尝猪血丸子、卤味、宝庆米粉；儿童点不辣汤粉、蒸蛋、豆腐、青菜。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1E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622" r="21622" t="0" b="0"/>
          <a:stretch>
            <a:fillRect/>
          </a:stretch>
        </p:blipFill>
        <p:spPr>
          <a:xfrm rot="0" flipH="false" flipV="false">
            <a:off x="6350000" y="0"/>
            <a:ext cx="584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350000" y="0"/>
            <a:ext cx="5842000" cy="6858000"/>
          </a:xfrm>
          <a:prstGeom prst="roundRect">
            <a:avLst>
              <a:gd name="adj" fmla="val 0"/>
            </a:avLst>
          </a:prstGeom>
          <a:solidFill>
            <a:srgbClr val="281E16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8594" flipH="false" flipV="false">
            <a:off x="762008" y="654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381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DAY 02 · 10.02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3810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PAGE 04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016000"/>
            <a:ext cx="533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崀山轻游 → 通道 → 皇都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6256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A96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上午只玩一个片区，下午转场，晚上侗寨合拢宴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2225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08:30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32000" y="2222500"/>
            <a:ext cx="393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崀山辣椒峰片区，只走一个片区不跨区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384" flipH="false" flipV="false">
            <a:off x="762008" y="2597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27305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11:30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2730500"/>
            <a:ext cx="393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午饭 + 退房，行李上车直接走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8384" flipH="false" flipV="false">
            <a:off x="762008" y="3105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" y="32385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12:30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3238500"/>
            <a:ext cx="393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崀山 → 通道，约 194km，国庆按 3–4h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384" flipH="false" flipV="false">
            <a:off x="762008" y="3613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62000" y="37465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16:00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032000" y="3746500"/>
            <a:ext cx="393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酒店入住，孩子换衣休息，大人确认节目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384" flipH="false" flipV="false">
            <a:off x="762008" y="4121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42545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17:30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032000" y="4254500"/>
            <a:ext cx="393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皇都晚餐 + 侗寨轻游，鼓楼风雨桥短走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953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C4A96B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" y="5080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辣椒峰只走一个片区，不跨区、不走陡险段。晚上皇都合拢宴体验侗家风情，司机一律不喝酒，儿童先吃主食清淡菜。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DAY 03 · 10.03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PAGE 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525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万佛山 + 玉带河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24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3583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早山晚水，中午回酒店午休；游船只做可选项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955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07:40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68500" y="20955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县城出发，约 28km；先确认索道、末班、天气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7994" flipH="false" flipV="false">
            <a:off x="762007" y="2470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26035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08:30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68500" y="26035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万佛山主观景段，索道不是零徒步，幼童用背带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7994" flipH="false" flipV="false">
            <a:off x="762007" y="2978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31115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12:00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68500" y="31115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午餐 + 回酒店午休，至少 90 分钟安静时间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7994" flipH="false" flipV="false">
            <a:off x="762007" y="3486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62000" y="36195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16:00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68500" y="36195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玉带河散步，只走开放、有人管理的河岸步道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7994" flipH="false" flipV="false">
            <a:off x="762007" y="3994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41275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5832"/>
                </a:solidFill>
                <a:latin typeface="Noto Sans SC"/>
                <a:ea typeface="Noto Sans SC"/>
                <a:cs typeface="Noto Sans SC"/>
                <a:sym typeface="Noto Sans SC"/>
              </a:rPr>
              <a:t>18:00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968500" y="41275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通道县城晚餐，收拾返程物品，20:30 前回房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826000"/>
            <a:ext cx="5461000" cy="762000"/>
          </a:xfrm>
          <a:prstGeom prst="roundRect">
            <a:avLst>
              <a:gd name="adj" fmla="val 0"/>
            </a:avLst>
          </a:prstGeom>
          <a:solidFill>
            <a:srgbClr val="A3583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4927600"/>
            <a:ext cx="508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8C3C1E"/>
                </a:solidFill>
                <a:latin typeface="Noto Sans SC"/>
                <a:ea typeface="Noto Sans SC"/>
                <a:cs typeface="Noto Sans SC"/>
                <a:sym typeface="Noto Sans SC"/>
              </a:rPr>
              <a:t>天气红线：雷电、大风、强降雨 → 取消索道和一切水上项目，改县城用餐或酒店活动。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rcRect l="0" r="0" t="7428" b="7428"/>
          <a:stretch>
            <a:fillRect/>
          </a:stretch>
        </p:blipFill>
        <p:spPr>
          <a:xfrm rot="0" flipH="false" flipV="false">
            <a:off x="6858000" y="952500"/>
            <a:ext cx="4572000" cy="254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rcRect l="0" r="0" t="8236" b="8236"/>
          <a:stretch>
            <a:fillRect/>
          </a:stretch>
        </p:blipFill>
        <p:spPr>
          <a:xfrm rot="0" flipH="false" flipV="false">
            <a:off x="6858000" y="3746500"/>
            <a:ext cx="4572000" cy="254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81E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DAY 04 · 10.04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PAGE 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通道 → 长沙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返程日不排景点，把安全、午饭、儿童休息放第一位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06:30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94000" y="2667000"/>
            <a:ext cx="812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早餐、退房、车况检查：油/电、胎压、儿童座椅、雨衣、证件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407" flipH="false" flipV="false">
            <a:off x="1016004" y="3168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365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07:00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94000" y="3365500"/>
            <a:ext cx="812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通道出发，常态约 4.5h，国庆按 5.5–7h 心理预期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407" flipH="false" flipV="false">
            <a:off x="1016004" y="38671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064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09:30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94000" y="4064000"/>
            <a:ext cx="812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服务区短休：如厕、拉伸、补水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4407" flipH="false" flipV="false">
            <a:off x="1016004" y="4565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016000" y="4762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12:00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794000" y="4762500"/>
            <a:ext cx="812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午饭 + 车上午睡，提前在导航选好服务区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7785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提示：通道返长沙常态就超 4.5h，别照搬"10 点出发轻松避开"；遇拥堵分批到家，安全第一。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门票与预约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TICKETS · 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525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门票与预约清单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494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372A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截至 9/27 已核实信息，9/30 前需电话确认开放与预约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62000" y="2095500"/>
          <a:ext cx="10668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4699000"/>
                <a:gridCol w="2540000"/>
                <a:gridCol w="1778000"/>
              </a:tblGrid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已核信息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儿童/老人政策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咨询电话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崀山大门票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成人 136 元，票 3 日有效，各景点限 1 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未满 14 岁及 65 岁以上免票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0739-4705110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万佛山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4A；成人门市约 100 元，索道/观光车另计；08:00–18:30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需电话确认儿童身高与索道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0745-7871637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皇都侗文化村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4A；交通车 8 元/人往返；演艺/合拢宴价格待确认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未满 14 岁免票；14–18 岁半价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0745-8548018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玉带河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国家湿地公园；游船班次 2026 国庆未核到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向酒店/县文旅确认码头与救生衣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问酒店/县文旅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八角寨索道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上行 60 / 下行 60 / 往返 110；限当日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未满 14 岁监护人陪同免票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D4 加码时再确认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住宿推荐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HOTELS · 08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525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住宿推荐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494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372A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亲子 / 停车 / 卫生优先，一律订可免费取消房型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95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35832"/>
                </a:solidFill>
                <a:latin typeface="Noto Serif SC"/>
                <a:ea typeface="Noto Serif SC"/>
                <a:cs typeface="Noto Serif SC"/>
                <a:sym typeface="Noto Serif SC"/>
              </a:rPr>
              <a:t>D1 · 新宁/崀山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762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58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2730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设施优先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048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崀山国际大酒店　约 550–900+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92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景区便利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810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崀山人酒店 / 北大门附近　约 350–650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254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县城稳妥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572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华天 / 维也纳会展路　约 280–520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16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性价比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34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京美汽车西站店　约 220–380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87937" flipH="false" flipV="false">
            <a:off x="4286250" y="3898911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2095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35832"/>
                </a:solidFill>
                <a:latin typeface="Noto Serif SC"/>
                <a:ea typeface="Noto Serif SC"/>
                <a:cs typeface="Noto Serif SC"/>
                <a:sym typeface="Noto Serif SC"/>
              </a:rPr>
              <a:t>D2–D3 · 通道县城（连住）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046" flipH="false" flipV="false">
            <a:off x="6477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58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477000" y="2730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舒适优先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3048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廷泊酒店怀化通道店　约 350–550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33274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3C3228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电话：0745-8620999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746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舒适备选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4064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凯里亚德 / 兰欧　约 300–520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50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性价比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4826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城市便捷通道汽车站店　约 220–380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5270500"/>
            <a:ext cx="4826000" cy="635000"/>
          </a:xfrm>
          <a:prstGeom prst="roundRect">
            <a:avLst>
              <a:gd name="adj" fmla="val 0"/>
            </a:avLst>
          </a:prstGeom>
          <a:solidFill>
            <a:srgbClr val="C4A96B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67500" y="5359400"/>
            <a:ext cx="45085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028"/>
                </a:solidFill>
                <a:latin typeface="Noto Sans SC"/>
                <a:ea typeface="Noto Sans SC"/>
                <a:cs typeface="Noto Sans SC"/>
                <a:sym typeface="Noto Sans SC"/>
              </a:rPr>
              <a:t>下单前必看最近 3–6 个月差评中的卫生、隔音、停车反馈。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餐饮指南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FOOD · 09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525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当地美食与儿童友好菜单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62000" y="1841500"/>
          <a:ext cx="106680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3556000"/>
                <a:gridCol w="3556000"/>
                <a:gridCol w="2413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地区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值得尝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儿童友好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避坑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邵阳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猪血丸子、卤味、宝庆米粉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不辣汤粉、蒸蛋、豆腐、青菜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A35832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卤味偏咸，幼童少量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血酱鸭、崀山豆腐、土鸡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骨汤、豆腐、蒸蛋、面/饭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A35832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血酱鸭重口，别强迫孩子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茶油土鸡、柴火豆腐、酸汤鱼、油茶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清炖鸡汤、蒸蛋、豆腐、青菜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A35832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腌鱼、腊肉、臭笋不作主餐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皇都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合拢宴、打糍粑、侗家米食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先吃主食+清淡菜再体验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A35832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套餐先问总价，司机不喝米酒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762000" y="59690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餐厅候选：通道 农家佬厨房、杨记私房菜、侗家一品、七号菜馆；新宁 一勺一味民间土菜、崀山国际大酒店荷湘佳苑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天气与装备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WEATHER · 10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525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天气穿衣与亲子装备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58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天气预报（9/27 快照）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62000" y="2057400"/>
          <a:ext cx="5334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2921000"/>
                <a:gridCol w="15240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天气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动作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10/1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18–25℃，早间小雨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备薄毯，防滑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10/2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局地雷雨可能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A35832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雷雨不登高山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10/3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19–29℃，降雨可能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缩短行程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4A3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10/4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20–27℃，阵雨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C3228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优先返程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穿衣要点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635500"/>
            <a:ext cx="533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3C3228"/>
                </a:solidFill>
                <a:latin typeface="Noto Sans SC"/>
                <a:ea typeface="Noto Sans SC"/>
                <a:cs typeface="Noto Sans SC"/>
                <a:sym typeface="Noto Sans SC"/>
              </a:rPr>
              <a:t>速干短袖 + 薄长袖 + 轻量防水外套，山顶加薄抓绒；儿童多带 1 套完整换洗；穿有纹路运动鞋，分体雨衣优先。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9889" flipH="false" flipV="false">
            <a:off x="43180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858000" y="1651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58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亲子装备清单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58000" y="21336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车内随手包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24384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湿巾、垃圾袋、备用衣裤、薄毯、零食、水、呕吐袋、便携尿袋、耳机/绘本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58000" y="31115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景区随身包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58000" y="34163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证件、雨衣、防晒、防蚊、保温水、创可贴、消毒湿巾、幼童背带（不推推车）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4089400"/>
            <a:ext cx="457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A372A"/>
                </a:solidFill>
                <a:latin typeface="Noto Sans SC"/>
                <a:ea typeface="Noto Sans SC"/>
                <a:cs typeface="Noto Sans SC"/>
                <a:sym typeface="Noto Sans SC"/>
              </a:rPr>
              <a:t>车辆必备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43942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3C322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合规儿童座椅、遮阳帘、胎压泵、应急电源、反光背心、三角牌、离线地图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58000" y="5080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A358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048500" y="5181600"/>
            <a:ext cx="4254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8C3C1E"/>
                </a:solidFill>
                <a:latin typeface="Noto Sans SC"/>
                <a:ea typeface="Noto Sans SC"/>
                <a:cs typeface="Noto Sans SC"/>
                <a:sym typeface="Noto Sans SC"/>
              </a:rPr>
              <a:t>常用药：体温计、口服补液盐、创可贴、碘伏；晕车/抗过敏/止泻药先咨询儿科，不在旅途首次尝试新药。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81E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安全第一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SAFETY · 11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79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安全红线，人人遵守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带娃出行，安全永远比风景重要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2476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水边看护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51000" y="2857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河边一名成人一对一看护；游船必须正规码头，全员合格救生衣，没有儿童合适尺码就不乘。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476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0" y="2476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天气红线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0" y="28575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雷电、大风、强降雨 → 取消索道和一切水上项目；雷雨不登高、不临水；索道停运即改线。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367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16000" y="393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51000" y="3937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儿童装备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51000" y="4318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万佛山、崀山台阶多，不推婴儿推车，幼童用背带；穿防滑运动鞋，不穿洞洞鞋走湿台阶。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937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85000" y="3937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行车纪律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0" y="4318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司机不喝酒；儿童座椅全程系好；每次离店清点证件药品充电器；拍停车位置照。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270500"/>
            <a:ext cx="10160000" cy="635000"/>
          </a:xfrm>
          <a:prstGeom prst="roundRect">
            <a:avLst>
              <a:gd name="adj" fmla="val 0"/>
            </a:avLst>
          </a:prstGeom>
          <a:solidFill>
            <a:srgbClr val="C4A96B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270000" y="5397500"/>
            <a:ext cx="965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任何一条红线触发，立刻改计划，安全比打卡重要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372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预算估算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BUDGET · 12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525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37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每车预算参考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494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372A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每车 = 2 成人 + 1 儿童，不含购物；最易低估的是国庆酒店差价和临时改餐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524000" y="2095500"/>
          <a:ext cx="9144000" cy="3581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3048000"/>
                <a:gridCol w="3048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节省型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舒适型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372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住宿 3 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900 – 1,300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1,300 – 2,200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餐饮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700 – 900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900 – 1,200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油费 / 电费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650 – 800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800 – 950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门票 / 索道 / 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650 – 900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900 – 1,400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停车 / 接驳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 – 100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 – 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零食 / 应急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300 – 500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3C32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 – 800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合计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5832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3,250 – 4,500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5832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A358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4,500 – 6,750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5832">
                        <a:alpha val="1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1524000" y="5905500"/>
            <a:ext cx="914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372A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单位：元 / 车　|　不含购物　|　国庆酒店价格浮动大，请以实时预订为准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1E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31912">
              <a:alpha val="7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3810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出发准备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0" y="381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READY · 13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0160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关键电话与出发清单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841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景区电话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222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皇都侗寨　0745-8548018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万佛山　　0745-7871637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崀山　　　0739-4705110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道路救援　12122 / 122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急救报警　110 / 120</a:t>
            </a:r>
          </a:p>
        </p:txBody>
      </p:sp>
      <p:cxnSp>
        <p:nvCxnSpPr>
          <p:cNvPr name="Connector 10" id="10"/>
          <p:cNvCxnSpPr/>
          <p:nvPr/>
        </p:nvCxnSpPr>
        <p:spPr>
          <a:xfrm rot="5387937" flipH="false" flipV="false">
            <a:off x="4413250" y="3644911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604000" y="1841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出发前倒计时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286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9/27–28　订可取消房（通道 2 晚 + 新宁 1 晚）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667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9/29　　　核对儿童证件、座椅、药、雨具、胎压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048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9/30 上午　致电三景区确认开放、预约、索道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429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9/30 晚　　下载离线地图、加油充电、设闹钟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3810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每天 07:00　查天气预警、景区公告、实时路况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4191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每次离店　清点证件药品、拍停车位置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7188" flipH="false" flipV="false">
            <a:off x="4826016" y="5454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5651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出发吧，湘西南见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